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これから「カメレオンサバイバー」の説明をします。まっ暗な夜の森から、みんなで協力しておばけを撃退し、脱出するゲームです。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役は2つあります。1つ目はカメレオン役で、1人です。足元の前・後ろ・左・右の4枚のマットを踏むと、踏んだ向きにカメレオンが歩きます。2つ目は灯り役で、7人まで参加できます。画面のQRコードをスマホで読むだけで参加でき、アプリはいりません。スマホを傾けて光を動かし、「ライトON」を押している間だけ光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は、ホタルを2匹集めて門から脱出することです。森にはホタルがいる石が2か所あります。まず灯り役が石を照らすと、ホタルが集まってきます。次にカメレオンが石に触れると、ホタルを集められます。2匹そろうとスタート地点の門が開くので、そこを通れば脱出成功です。その間ずっと敵が出てくるので、カメレオンは逃げ、灯り役は光で敵を倒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メレオンにはひみつ技があります。動いていると敵に見つかって追いかけられますが、1秒止まると、まわりと同じ色になって隠れられます。隠れている間は敵がカメレオンを見失い、ダメージも受けません。ただし続くのは最大3秒です。時間が切れると見つかってしまいます。歩いている間に、また隠れられるよう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森には、助けてくれるものがあります。導きの花を照らすと、ホタルのいる石まで光の道が出ます。全部集めた後は、門までの道を教えてくれます。迷ったら花を探してください。ホタルの石を照らすとホタルが集まり、2匹そろうと門が開きます。ランタンは最初から点いていて、近くに来た敵は弱っ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敵が来たら、光を当て続けてください。当たっている間は敵の体力が減っていき、0になると倒れます。途中で光を外しても、敵の体力は元に戻りません。少しずつ照らしても倒せます。何人かで同じ敵を照らすと、そのぶん速く倒せます。2人なら2倍です。敵は4種類です。速くて群れで来るオオカミ、大きくて硬いクマ、遠くから火の玉を撃つキツネ、木や崖をすり抜けてまっすぐ来るようせ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った技術です。ゲーム本体はUnityで作りました。マットの中には4つのスイッチがあり、ESP32という小さなコンピューターが、どこが踏まれたかを読み取ってパソコンへ送ります。スマホはブラウザで動くので、アプリはいりません。パソコンの中で自作のWebサーバーが動いています。Cloudflareを使うことで、5Gの電波のままでも参加できます。キャラクターはMeshy AIで3Dにし、Blenderで骨と動きを付けました。木や岩はKenneyの素材を使っています。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の仕組みです。カメレオン役が踏んだマットのデータは、ESP32というマイコンからUSBでパソコンに届きます。灯り役のスマホは、傾き(ジャイロ)のデータをCloudflareというインターネットの中継を通してパソコンに送り、パソコンからは倒した敵の数などが返ってきます。パソコンの中ではUnityで作ったゲームが司令塔になって全部を計算し、ゲーム画面に映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9400" y="152400"/>
            <a:ext cx="88900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ロゴ" descr="C:\Users\lastn\AppData\Local\Temp\claude\C--Users-lastn-Documents-Orca-apps-chameleon-night\7ccdac3e-cacf-4439-a9b4-aaf9a7a2ff7f\scratchpad\kp\ex\p1_1_x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352550"/>
            <a:ext cx="11468100" cy="2343150"/>
          </a:xfrm>
          <a:prstGeom prst="rect">
            <a:avLst/>
          </a:prstGeom>
        </p:spPr>
      </p:pic>
      <p:sp>
        <p:nvSpPr>
          <p:cNvPr id="3" name="サブタイトル"/>
          <p:cNvSpPr txBox="1"/>
          <p:nvPr/>
        </p:nvSpPr>
        <p:spPr>
          <a:xfrm>
            <a:off x="1905000" y="34544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～協力しておばけを撃退し、森から脱出せよ！～</a:t>
            </a:r>
            <a:endParaRPr lang="en-US" sz="2400" dirty="0"/>
          </a:p>
        </p:txBody>
      </p:sp>
      <p:sp>
        <p:nvSpPr>
          <p:cNvPr id="4" name="班名"/>
          <p:cNvSpPr txBox="1"/>
          <p:nvPr/>
        </p:nvSpPr>
        <p:spPr>
          <a:xfrm>
            <a:off x="2540000" y="41402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4年 電気情報工学科(E科)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高専祭 専門展 3班,9班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9400" y="1524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2つの役割</a:t>
            </a:r>
            <a:endParaRPr lang="en-US" sz="4400" dirty="0"/>
          </a:p>
        </p:txBody>
      </p:sp>
      <p:sp>
        <p:nvSpPr>
          <p:cNvPr id="3" name="カード: カメレオン役"/>
          <p:cNvSpPr/>
          <p:nvPr/>
        </p:nvSpPr>
        <p:spPr>
          <a:xfrm>
            <a:off x="505460" y="2400300"/>
            <a:ext cx="5323840" cy="3876040"/>
          </a:xfrm>
          <a:prstGeom prst="roundRect">
            <a:avLst>
              <a:gd name="adj" fmla="val 5898"/>
            </a:avLst>
          </a:prstGeom>
          <a:solidFill>
            <a:srgbClr val="D9F2D0">
              <a:alpha val="30000"/>
            </a:srgbClr>
          </a:solidFill>
          <a:ln/>
        </p:spPr>
      </p:sp>
      <p:sp>
        <p:nvSpPr>
          <p:cNvPr id="4" name="カード: 灯り役"/>
          <p:cNvSpPr/>
          <p:nvPr/>
        </p:nvSpPr>
        <p:spPr>
          <a:xfrm>
            <a:off x="6457950" y="2400300"/>
            <a:ext cx="5325110" cy="3876040"/>
          </a:xfrm>
          <a:prstGeom prst="roundRect">
            <a:avLst>
              <a:gd name="adj" fmla="val 5898"/>
            </a:avLst>
          </a:prstGeom>
          <a:solidFill>
            <a:srgbClr val="D9F2D0">
              <a:alpha val="30000"/>
            </a:srgbClr>
          </a:solidFill>
          <a:ln/>
        </p:spPr>
      </p:sp>
      <p:sp>
        <p:nvSpPr>
          <p:cNvPr id="5" name="見出し: カメレオン役"/>
          <p:cNvSpPr txBox="1"/>
          <p:nvPr/>
        </p:nvSpPr>
        <p:spPr>
          <a:xfrm>
            <a:off x="505460" y="1651000"/>
            <a:ext cx="532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6B24"/>
                </a:solidFill>
              </a:rPr>
              <a:t>カメレオン役</a:t>
            </a:r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：１人</a:t>
            </a:r>
            <a:endParaRPr lang="en-US" sz="2800" dirty="0"/>
          </a:p>
        </p:txBody>
      </p:sp>
      <p:sp>
        <p:nvSpPr>
          <p:cNvPr id="6" name="見出し: 灯り役"/>
          <p:cNvSpPr txBox="1"/>
          <p:nvPr/>
        </p:nvSpPr>
        <p:spPr>
          <a:xfrm>
            <a:off x="6457950" y="1651000"/>
            <a:ext cx="532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7132"/>
                </a:solidFill>
              </a:rPr>
              <a:t>灯り役</a:t>
            </a:r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：最大７人</a:t>
            </a:r>
            <a:endParaRPr lang="en-US" sz="2800" dirty="0"/>
          </a:p>
        </p:txBody>
      </p:sp>
      <p:sp>
        <p:nvSpPr>
          <p:cNvPr id="7" name="マット: 前"/>
          <p:cNvSpPr/>
          <p:nvPr/>
        </p:nvSpPr>
        <p:spPr>
          <a:xfrm>
            <a:off x="2580640" y="2771140"/>
            <a:ext cx="1125220" cy="657860"/>
          </a:xfrm>
          <a:prstGeom prst="roundRect">
            <a:avLst>
              <a:gd name="adj" fmla="val 16680"/>
            </a:avLst>
          </a:prstGeom>
          <a:solidFill>
            <a:srgbClr val="FFFFFF"/>
          </a:solidFill>
          <a:ln w="19050">
            <a:solidFill>
              <a:srgbClr val="0424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前</a:t>
            </a:r>
            <a:endParaRPr lang="en-US" sz="1800" dirty="0"/>
          </a:p>
        </p:txBody>
      </p:sp>
      <p:sp>
        <p:nvSpPr>
          <p:cNvPr id="8" name="マット: 後ろ"/>
          <p:cNvSpPr/>
          <p:nvPr/>
        </p:nvSpPr>
        <p:spPr>
          <a:xfrm>
            <a:off x="2580640" y="4343400"/>
            <a:ext cx="1125220" cy="657860"/>
          </a:xfrm>
          <a:prstGeom prst="roundRect">
            <a:avLst>
              <a:gd name="adj" fmla="val 16680"/>
            </a:avLst>
          </a:prstGeom>
          <a:solidFill>
            <a:srgbClr val="FFFFFF"/>
          </a:solidFill>
          <a:ln w="19050">
            <a:solidFill>
              <a:srgbClr val="0424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後ろ</a:t>
            </a:r>
            <a:endParaRPr lang="en-US" sz="1800" dirty="0"/>
          </a:p>
        </p:txBody>
      </p:sp>
      <p:sp>
        <p:nvSpPr>
          <p:cNvPr id="9" name="マット: 右"/>
          <p:cNvSpPr/>
          <p:nvPr/>
        </p:nvSpPr>
        <p:spPr>
          <a:xfrm>
            <a:off x="3820160" y="3562350"/>
            <a:ext cx="1122680" cy="6667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9050">
            <a:solidFill>
              <a:srgbClr val="0424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右</a:t>
            </a:r>
            <a:endParaRPr lang="en-US" sz="1800" dirty="0"/>
          </a:p>
        </p:txBody>
      </p:sp>
      <p:sp>
        <p:nvSpPr>
          <p:cNvPr id="10" name="マット: 左"/>
          <p:cNvSpPr/>
          <p:nvPr/>
        </p:nvSpPr>
        <p:spPr>
          <a:xfrm>
            <a:off x="1343660" y="3562350"/>
            <a:ext cx="1122680" cy="6667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9050">
            <a:solidFill>
              <a:srgbClr val="0424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左</a:t>
            </a:r>
            <a:endParaRPr lang="en-US" sz="1800" dirty="0"/>
          </a:p>
        </p:txBody>
      </p:sp>
      <p:sp>
        <p:nvSpPr>
          <p:cNvPr id="11" name="説明: カメレオン役"/>
          <p:cNvSpPr txBox="1"/>
          <p:nvPr/>
        </p:nvSpPr>
        <p:spPr>
          <a:xfrm>
            <a:off x="635000" y="5384800"/>
            <a:ext cx="5067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マットを踏んでカメレオンを操作</a:t>
            </a:r>
            <a:endParaRPr lang="en-US" sz="2400" dirty="0"/>
          </a:p>
        </p:txBody>
      </p:sp>
      <p:sp>
        <p:nvSpPr>
          <p:cNvPr id="12" name="光"/>
          <p:cNvSpPr/>
          <p:nvPr/>
        </p:nvSpPr>
        <p:spPr>
          <a:xfrm>
            <a:off x="8483600" y="3263900"/>
            <a:ext cx="2133600" cy="1244600"/>
          </a:xfrm>
          <a:custGeom>
            <a:avLst/>
            <a:gdLst/>
            <a:ahLst/>
            <a:cxnLst/>
            <a:rect l="l" t="t" r="r" b="b"/>
            <a:pathLst>
              <a:path w="2133600" h="1244600">
                <a:moveTo>
                  <a:pt x="0" y="368300"/>
                </a:moveTo>
                <a:lnTo>
                  <a:pt x="2133600" y="0"/>
                </a:lnTo>
                <a:lnTo>
                  <a:pt x="2133600" y="1244600"/>
                </a:lnTo>
                <a:lnTo>
                  <a:pt x="0" y="876300"/>
                </a:lnTo>
                <a:close/>
              </a:path>
            </a:pathLst>
          </a:custGeom>
          <a:solidFill>
            <a:srgbClr val="FFFF00"/>
          </a:solidFill>
          <a:ln/>
        </p:spPr>
      </p:sp>
      <p:sp>
        <p:nvSpPr>
          <p:cNvPr id="13" name="光の円"/>
          <p:cNvSpPr/>
          <p:nvPr/>
        </p:nvSpPr>
        <p:spPr>
          <a:xfrm>
            <a:off x="9916160" y="3276600"/>
            <a:ext cx="1275080" cy="123825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CC00"/>
            </a:solidFill>
            <a:prstDash val="solid"/>
          </a:ln>
        </p:spPr>
      </p:sp>
      <p:pic>
        <p:nvPicPr>
          <p:cNvPr id="14" name="スマホ" descr="C:\Users\lastn\AppData\Local\Temp\claude\C--Users-lastn-Documents-Orca-apps-chameleon-night\7ccdac3e-cacf-4439-a9b4-aaf9a7a2ff7f\scratchpad\kp\ex\p2_1_x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0" y="2905760"/>
            <a:ext cx="1932940" cy="1943100"/>
          </a:xfrm>
          <a:prstGeom prst="rect">
            <a:avLst/>
          </a:prstGeom>
        </p:spPr>
      </p:pic>
      <p:pic>
        <p:nvPicPr>
          <p:cNvPr id="15" name="おばけ" descr="C:\Users\lastn\AppData\Local\Temp\claude\C--Users-lastn-Documents-Orca-apps-chameleon-night\7ccdac3e-cacf-4439-a9b4-aaf9a7a2ff7f\scratchpad\kp\ex\p2_2_x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350" y="3505200"/>
            <a:ext cx="1028700" cy="772160"/>
          </a:xfrm>
          <a:prstGeom prst="rect">
            <a:avLst/>
          </a:prstGeom>
        </p:spPr>
      </p:pic>
      <p:sp>
        <p:nvSpPr>
          <p:cNvPr id="16" name="説明: 灯り役"/>
          <p:cNvSpPr txBox="1"/>
          <p:nvPr/>
        </p:nvSpPr>
        <p:spPr>
          <a:xfrm>
            <a:off x="6578600" y="5384800"/>
            <a:ext cx="508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スマホのライトで照らして敵を倒す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9400" y="1524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ゲームの流れ</a:t>
            </a:r>
            <a:endParaRPr lang="en-US" sz="4400" dirty="0"/>
          </a:p>
        </p:txBody>
      </p:sp>
      <p:sp>
        <p:nvSpPr>
          <p:cNvPr id="3" name="背景円1"/>
          <p:cNvSpPr/>
          <p:nvPr/>
        </p:nvSpPr>
        <p:spPr>
          <a:xfrm>
            <a:off x="1056640" y="1695450"/>
            <a:ext cx="2839720" cy="2686050"/>
          </a:xfrm>
          <a:prstGeom prst="ellipse">
            <a:avLst/>
          </a:prstGeom>
          <a:solidFill>
            <a:srgbClr val="D9F2D0">
              <a:alpha val="30000"/>
            </a:srgbClr>
          </a:solidFill>
          <a:ln/>
        </p:spPr>
      </p:sp>
      <p:sp>
        <p:nvSpPr>
          <p:cNvPr id="4" name="背景円2"/>
          <p:cNvSpPr/>
          <p:nvPr/>
        </p:nvSpPr>
        <p:spPr>
          <a:xfrm>
            <a:off x="4696460" y="1695450"/>
            <a:ext cx="2847340" cy="2686050"/>
          </a:xfrm>
          <a:prstGeom prst="ellipse">
            <a:avLst/>
          </a:prstGeom>
          <a:solidFill>
            <a:srgbClr val="D9F2D0">
              <a:alpha val="30000"/>
            </a:srgbClr>
          </a:solidFill>
          <a:ln/>
        </p:spPr>
      </p:sp>
      <p:sp>
        <p:nvSpPr>
          <p:cNvPr id="5" name="背景円3"/>
          <p:cNvSpPr/>
          <p:nvPr/>
        </p:nvSpPr>
        <p:spPr>
          <a:xfrm>
            <a:off x="8295640" y="1704340"/>
            <a:ext cx="2839720" cy="2687320"/>
          </a:xfrm>
          <a:prstGeom prst="ellipse">
            <a:avLst/>
          </a:prstGeom>
          <a:solidFill>
            <a:srgbClr val="D9F2D0">
              <a:alpha val="30000"/>
            </a:srgbClr>
          </a:solidFill>
          <a:ln/>
        </p:spPr>
      </p:sp>
      <p:sp>
        <p:nvSpPr>
          <p:cNvPr id="6" name="光"/>
          <p:cNvSpPr/>
          <p:nvPr/>
        </p:nvSpPr>
        <p:spPr>
          <a:xfrm>
            <a:off x="1908810" y="1807210"/>
            <a:ext cx="1267460" cy="1764030"/>
          </a:xfrm>
          <a:custGeom>
            <a:avLst/>
            <a:gdLst/>
            <a:ahLst/>
            <a:cxnLst/>
            <a:rect l="l" t="t" r="r" b="b"/>
            <a:pathLst>
              <a:path w="1267460" h="1764030">
                <a:moveTo>
                  <a:pt x="0" y="46990"/>
                </a:moveTo>
                <a:lnTo>
                  <a:pt x="593090" y="0"/>
                </a:lnTo>
                <a:lnTo>
                  <a:pt x="1267460" y="1520190"/>
                </a:lnTo>
                <a:lnTo>
                  <a:pt x="21590" y="1764030"/>
                </a:lnTo>
                <a:close/>
              </a:path>
            </a:pathLst>
          </a:custGeom>
          <a:solidFill>
            <a:srgbClr val="FFFF00"/>
          </a:solidFill>
          <a:ln/>
        </p:spPr>
      </p:sp>
      <p:sp>
        <p:nvSpPr>
          <p:cNvPr id="7" name="照らされた円"/>
          <p:cNvSpPr/>
          <p:nvPr/>
        </p:nvSpPr>
        <p:spPr>
          <a:xfrm>
            <a:off x="1932940" y="2838450"/>
            <a:ext cx="1267460" cy="1151890"/>
          </a:xfrm>
          <a:prstGeom prst="ellipse">
            <a:avLst/>
          </a:prstGeom>
          <a:ln w="19050">
            <a:solidFill>
              <a:srgbClr val="FFCC00"/>
            </a:solidFill>
            <a:prstDash val="dash"/>
          </a:ln>
        </p:spPr>
      </p:sp>
      <p:pic>
        <p:nvPicPr>
          <p:cNvPr id="8" name="ホタル1" descr="C:\Users\lastn\AppData\Local\Temp\claude\C--Users-lastn-Documents-Orca-apps-chameleon-night\7ccdac3e-cacf-4439-a9b4-aaf9a7a2ff7f\scratchpad\kp\ex\p3_2_x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740" y="2961640"/>
            <a:ext cx="1324610" cy="1219200"/>
          </a:xfrm>
          <a:prstGeom prst="rect">
            <a:avLst/>
          </a:prstGeom>
        </p:spPr>
      </p:pic>
      <p:pic>
        <p:nvPicPr>
          <p:cNvPr id="9" name="ホタル2" descr="C:\Users\lastn\AppData\Local\Temp\claude\C--Users-lastn-Documents-Orca-apps-chameleon-night\7ccdac3e-cacf-4439-a9b4-aaf9a7a2ff7f\scratchpad\kp\ex\p3_4_x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440" y="2609850"/>
            <a:ext cx="1324610" cy="1219200"/>
          </a:xfrm>
          <a:prstGeom prst="rect">
            <a:avLst/>
          </a:prstGeom>
        </p:spPr>
      </p:pic>
      <p:pic>
        <p:nvPicPr>
          <p:cNvPr id="10" name="ホタル3" descr="C:\Users\lastn\AppData\Local\Temp\claude\C--Users-lastn-Documents-Orca-apps-chameleon-night\7ccdac3e-cacf-4439-a9b4-aaf9a7a2ff7f\scratchpad\kp\ex\p3_3_x2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656840"/>
            <a:ext cx="1324610" cy="1219200"/>
          </a:xfrm>
          <a:prstGeom prst="rect">
            <a:avLst/>
          </a:prstGeom>
        </p:spPr>
      </p:pic>
      <p:sp>
        <p:nvSpPr>
          <p:cNvPr id="11" name="門"/>
          <p:cNvSpPr/>
          <p:nvPr/>
        </p:nvSpPr>
        <p:spPr>
          <a:xfrm>
            <a:off x="9201150" y="2552700"/>
            <a:ext cx="905510" cy="971550"/>
          </a:xfrm>
          <a:custGeom>
            <a:avLst/>
            <a:gdLst/>
            <a:ahLst/>
            <a:cxnLst/>
            <a:rect l="l" t="t" r="r" b="b"/>
            <a:pathLst>
              <a:path w="905510" h="971550">
                <a:moveTo>
                  <a:pt x="0" y="971550"/>
                </a:moveTo>
                <a:lnTo>
                  <a:pt x="0" y="452755"/>
                </a:lnTo>
                <a:cubicBezTo>
                  <a:pt x="0" y="202698"/>
                  <a:pt x="202698" y="0"/>
                  <a:pt x="452755" y="0"/>
                </a:cubicBezTo>
                <a:cubicBezTo>
                  <a:pt x="702812" y="0"/>
                  <a:pt x="905510" y="202698"/>
                  <a:pt x="905510" y="452755"/>
                </a:cubicBezTo>
                <a:lnTo>
                  <a:pt x="905510" y="971550"/>
                </a:lnTo>
              </a:path>
            </a:pathLst>
          </a:custGeom>
          <a:solidFill>
            <a:srgbClr val="FFFFFF"/>
          </a:solidFill>
          <a:ln w="76200">
            <a:solidFill>
              <a:srgbClr val="042433"/>
            </a:solidFill>
            <a:prstDash val="solid"/>
          </a:ln>
        </p:spPr>
      </p:sp>
      <p:sp>
        <p:nvSpPr>
          <p:cNvPr id="12" name="番号１"/>
          <p:cNvSpPr/>
          <p:nvPr/>
        </p:nvSpPr>
        <p:spPr>
          <a:xfrm>
            <a:off x="838200" y="1771650"/>
            <a:ext cx="762000" cy="723900"/>
          </a:xfrm>
          <a:prstGeom prst="ellipse">
            <a:avLst/>
          </a:prstGeom>
          <a:solidFill>
            <a:srgbClr val="196B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１</a:t>
            </a:r>
            <a:endParaRPr lang="en-US" sz="3200" dirty="0"/>
          </a:p>
        </p:txBody>
      </p:sp>
      <p:sp>
        <p:nvSpPr>
          <p:cNvPr id="13" name="番号２"/>
          <p:cNvSpPr/>
          <p:nvPr/>
        </p:nvSpPr>
        <p:spPr>
          <a:xfrm>
            <a:off x="4485640" y="1771650"/>
            <a:ext cx="762000" cy="723900"/>
          </a:xfrm>
          <a:prstGeom prst="ellipse">
            <a:avLst/>
          </a:prstGeom>
          <a:solidFill>
            <a:srgbClr val="196B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２</a:t>
            </a:r>
            <a:endParaRPr lang="en-US" sz="3200" dirty="0"/>
          </a:p>
        </p:txBody>
      </p:sp>
      <p:sp>
        <p:nvSpPr>
          <p:cNvPr id="14" name="番号３"/>
          <p:cNvSpPr/>
          <p:nvPr/>
        </p:nvSpPr>
        <p:spPr>
          <a:xfrm>
            <a:off x="8125460" y="1771650"/>
            <a:ext cx="762000" cy="723900"/>
          </a:xfrm>
          <a:prstGeom prst="ellipse">
            <a:avLst/>
          </a:prstGeom>
          <a:solidFill>
            <a:srgbClr val="196B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３</a:t>
            </a:r>
            <a:endParaRPr lang="en-US" sz="3200" dirty="0"/>
          </a:p>
        </p:txBody>
      </p:sp>
      <p:sp>
        <p:nvSpPr>
          <p:cNvPr id="15" name="手順1"/>
          <p:cNvSpPr txBox="1"/>
          <p:nvPr/>
        </p:nvSpPr>
        <p:spPr>
          <a:xfrm>
            <a:off x="508000" y="4597400"/>
            <a:ext cx="393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石を照らしてホタルを呼ぶ</a:t>
            </a:r>
            <a:endParaRPr lang="en-US" sz="2400" dirty="0"/>
          </a:p>
        </p:txBody>
      </p:sp>
      <p:sp>
        <p:nvSpPr>
          <p:cNvPr id="16" name="手順2"/>
          <p:cNvSpPr txBox="1"/>
          <p:nvPr/>
        </p:nvSpPr>
        <p:spPr>
          <a:xfrm>
            <a:off x="4191000" y="4597400"/>
            <a:ext cx="3860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ホタルを２匹集める</a:t>
            </a:r>
            <a:endParaRPr lang="en-US" sz="2400" dirty="0"/>
          </a:p>
        </p:txBody>
      </p:sp>
      <p:sp>
        <p:nvSpPr>
          <p:cNvPr id="17" name="手順2の補足"/>
          <p:cNvSpPr txBox="1"/>
          <p:nvPr/>
        </p:nvSpPr>
        <p:spPr>
          <a:xfrm>
            <a:off x="4191000" y="50292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F7F"/>
                </a:solidFill>
              </a:rPr>
              <a:t>カメレオンが触れると集まる</a:t>
            </a:r>
            <a:endParaRPr lang="en-US" sz="1600" dirty="0"/>
          </a:p>
        </p:txBody>
      </p:sp>
      <p:sp>
        <p:nvSpPr>
          <p:cNvPr id="18" name="手順3"/>
          <p:cNvSpPr txBox="1"/>
          <p:nvPr/>
        </p:nvSpPr>
        <p:spPr>
          <a:xfrm>
            <a:off x="7797800" y="4597400"/>
            <a:ext cx="3835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門から脱出</a:t>
            </a:r>
            <a:endParaRPr lang="en-US" sz="2400" dirty="0"/>
          </a:p>
        </p:txBody>
      </p:sp>
      <p:sp>
        <p:nvSpPr>
          <p:cNvPr id="19" name="手順3の補足"/>
          <p:cNvSpPr txBox="1"/>
          <p:nvPr/>
        </p:nvSpPr>
        <p:spPr>
          <a:xfrm>
            <a:off x="7797800" y="5029200"/>
            <a:ext cx="383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F7F"/>
                </a:solidFill>
              </a:rPr>
              <a:t>２匹そろうと門が開く</a:t>
            </a:r>
            <a:endParaRPr lang="en-US" sz="1600" dirty="0"/>
          </a:p>
        </p:txBody>
      </p:sp>
      <p:sp>
        <p:nvSpPr>
          <p:cNvPr id="20" name="下の帯"/>
          <p:cNvSpPr/>
          <p:nvPr/>
        </p:nvSpPr>
        <p:spPr>
          <a:xfrm>
            <a:off x="1132840" y="5476240"/>
            <a:ext cx="9926320" cy="1096010"/>
          </a:xfrm>
          <a:prstGeom prst="roundRect">
            <a:avLst>
              <a:gd name="adj" fmla="val 16686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21" name="おばけ" descr="C:\Users\lastn\AppData\Local\Temp\claude\C--Users-lastn-Documents-Orca-apps-chameleon-night\7ccdac3e-cacf-4439-a9b4-aaf9a7a2ff7f\scratchpad\kp\ex\p3_1_x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5638800"/>
            <a:ext cx="1028700" cy="772160"/>
          </a:xfrm>
          <a:prstGeom prst="rect">
            <a:avLst/>
          </a:prstGeom>
        </p:spPr>
      </p:pic>
      <p:sp>
        <p:nvSpPr>
          <p:cNvPr id="22" name="下の帯の文"/>
          <p:cNvSpPr txBox="1"/>
          <p:nvPr/>
        </p:nvSpPr>
        <p:spPr>
          <a:xfrm>
            <a:off x="2286000" y="5778500"/>
            <a:ext cx="8699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この間ずっと敵が出る　カメレオンは逃げ、灯り役は光で倒す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9400" y="1524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身を潜めて隠れよう</a:t>
            </a:r>
            <a:endParaRPr lang="en-US" sz="4400" dirty="0"/>
          </a:p>
        </p:txBody>
      </p:sp>
      <p:sp>
        <p:nvSpPr>
          <p:cNvPr id="3" name="カード: 動く"/>
          <p:cNvSpPr/>
          <p:nvPr/>
        </p:nvSpPr>
        <p:spPr>
          <a:xfrm>
            <a:off x="495300" y="2133600"/>
            <a:ext cx="5323840" cy="3886200"/>
          </a:xfrm>
          <a:prstGeom prst="roundRect">
            <a:avLst>
              <a:gd name="adj" fmla="val 5882"/>
            </a:avLst>
          </a:prstGeom>
          <a:solidFill>
            <a:srgbClr val="D9F2D0">
              <a:alpha val="30000"/>
            </a:srgbClr>
          </a:solidFill>
          <a:ln/>
        </p:spPr>
      </p:sp>
      <p:sp>
        <p:nvSpPr>
          <p:cNvPr id="4" name="カード: 止まる"/>
          <p:cNvSpPr/>
          <p:nvPr/>
        </p:nvSpPr>
        <p:spPr>
          <a:xfrm>
            <a:off x="6390640" y="2133600"/>
            <a:ext cx="5334000" cy="3886200"/>
          </a:xfrm>
          <a:prstGeom prst="roundRect">
            <a:avLst>
              <a:gd name="adj" fmla="val 5882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5" name="カメレオン(動く)" descr="C:\Users\lastn\AppData\Local\Temp\claude\C--Users-lastn-Documents-Orca-apps-chameleon-night\7ccdac3e-cacf-4439-a9b4-aaf9a7a2ff7f\scratchpad\kp\ex\p4_2_x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740" y="3162300"/>
            <a:ext cx="943610" cy="1094740"/>
          </a:xfrm>
          <a:prstGeom prst="rect">
            <a:avLst/>
          </a:prstGeom>
        </p:spPr>
      </p:pic>
      <p:sp>
        <p:nvSpPr>
          <p:cNvPr id="6" name="動きの線1"/>
          <p:cNvSpPr/>
          <p:nvPr/>
        </p:nvSpPr>
        <p:spPr>
          <a:xfrm>
            <a:off x="2457450" y="3456940"/>
            <a:ext cx="355600" cy="0"/>
          </a:xfrm>
          <a:prstGeom prst="line">
            <a:avLst/>
          </a:prstGeom>
          <a:noFill/>
          <a:ln w="76200">
            <a:solidFill>
              <a:srgbClr val="8FC64D"/>
            </a:solidFill>
            <a:prstDash val="solid"/>
          </a:ln>
        </p:spPr>
      </p:sp>
      <p:sp>
        <p:nvSpPr>
          <p:cNvPr id="7" name="動きの線2"/>
          <p:cNvSpPr/>
          <p:nvPr/>
        </p:nvSpPr>
        <p:spPr>
          <a:xfrm>
            <a:off x="2457450" y="3705860"/>
            <a:ext cx="355600" cy="0"/>
          </a:xfrm>
          <a:prstGeom prst="line">
            <a:avLst/>
          </a:prstGeom>
          <a:noFill/>
          <a:ln w="76200">
            <a:solidFill>
              <a:srgbClr val="8FC64D"/>
            </a:solidFill>
            <a:prstDash val="solid"/>
          </a:ln>
        </p:spPr>
      </p:sp>
      <p:sp>
        <p:nvSpPr>
          <p:cNvPr id="8" name="動きの線3"/>
          <p:cNvSpPr/>
          <p:nvPr/>
        </p:nvSpPr>
        <p:spPr>
          <a:xfrm>
            <a:off x="2457450" y="3972560"/>
            <a:ext cx="355600" cy="0"/>
          </a:xfrm>
          <a:prstGeom prst="line">
            <a:avLst/>
          </a:prstGeom>
          <a:noFill/>
          <a:ln w="76200">
            <a:solidFill>
              <a:srgbClr val="8FC64D"/>
            </a:solidFill>
            <a:prstDash val="solid"/>
          </a:ln>
        </p:spPr>
      </p:sp>
      <p:pic>
        <p:nvPicPr>
          <p:cNvPr id="9" name="おばけ(気づく)" descr="C:\Users\lastn\AppData\Local\Temp\claude\C--Users-lastn-Documents-Orca-apps-chameleon-night\7ccdac3e-cacf-4439-a9b4-aaf9a7a2ff7f\scratchpad\kp\ex\p4_3_x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3190240"/>
            <a:ext cx="1371600" cy="1028700"/>
          </a:xfrm>
          <a:prstGeom prst="rect">
            <a:avLst/>
          </a:prstGeom>
        </p:spPr>
      </p:pic>
      <p:sp>
        <p:nvSpPr>
          <p:cNvPr id="10" name="！"/>
          <p:cNvSpPr txBox="1"/>
          <p:nvPr/>
        </p:nvSpPr>
        <p:spPr>
          <a:xfrm>
            <a:off x="4445000" y="2578100"/>
            <a:ext cx="6858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00"/>
                </a:solidFill>
              </a:rPr>
              <a:t>！</a:t>
            </a:r>
            <a:endParaRPr lang="en-US" sz="4400" dirty="0"/>
          </a:p>
        </p:txBody>
      </p:sp>
      <p:sp>
        <p:nvSpPr>
          <p:cNvPr id="11" name="見出し: 動く"/>
          <p:cNvSpPr txBox="1"/>
          <p:nvPr/>
        </p:nvSpPr>
        <p:spPr>
          <a:xfrm>
            <a:off x="762000" y="4724400"/>
            <a:ext cx="4800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動くと追われる</a:t>
            </a:r>
            <a:endParaRPr lang="en-US" sz="2400" dirty="0"/>
          </a:p>
        </p:txBody>
      </p:sp>
      <p:sp>
        <p:nvSpPr>
          <p:cNvPr id="12" name="説明: 動く"/>
          <p:cNvSpPr txBox="1"/>
          <p:nvPr/>
        </p:nvSpPr>
        <p:spPr>
          <a:xfrm>
            <a:off x="762000" y="5232400"/>
            <a:ext cx="4800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敵に見つかる</a:t>
            </a:r>
            <a:endParaRPr lang="en-US" sz="2400" dirty="0"/>
          </a:p>
        </p:txBody>
      </p:sp>
      <p:sp>
        <p:nvSpPr>
          <p:cNvPr id="13" name="隠れた範囲"/>
          <p:cNvSpPr/>
          <p:nvPr/>
        </p:nvSpPr>
        <p:spPr>
          <a:xfrm>
            <a:off x="6924040" y="2600960"/>
            <a:ext cx="1943100" cy="183769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42433"/>
            </a:solidFill>
            <a:prstDash val="dash"/>
          </a:ln>
        </p:spPr>
      </p:sp>
      <p:pic>
        <p:nvPicPr>
          <p:cNvPr id="14" name="カメレオン(隠れる)" descr="C:\Users\lastn\AppData\Local\Temp\claude\C--Users-lastn-Documents-Orca-apps-chameleon-night\7ccdac3e-cacf-4439-a9b4-aaf9a7a2ff7f\scratchpad\kp\ex\p4_1_x3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440" y="2990850"/>
            <a:ext cx="886460" cy="1009650"/>
          </a:xfrm>
          <a:prstGeom prst="rect">
            <a:avLst/>
          </a:prstGeom>
        </p:spPr>
      </p:pic>
      <p:pic>
        <p:nvPicPr>
          <p:cNvPr id="15" name="おばけ(見失う)" descr="C:\Users\lastn\AppData\Local\Temp\claude\C--Users-lastn-Documents-Orca-apps-chameleon-night\7ccdac3e-cacf-4439-a9b4-aaf9a7a2ff7f\scratchpad\kp\ex\p4_4_x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840" y="3181350"/>
            <a:ext cx="1371600" cy="1028700"/>
          </a:xfrm>
          <a:prstGeom prst="rect">
            <a:avLst/>
          </a:prstGeom>
        </p:spPr>
      </p:pic>
      <p:sp>
        <p:nvSpPr>
          <p:cNvPr id="16" name="？"/>
          <p:cNvSpPr txBox="1"/>
          <p:nvPr/>
        </p:nvSpPr>
        <p:spPr>
          <a:xfrm>
            <a:off x="10553700" y="2578100"/>
            <a:ext cx="6858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00"/>
                </a:solidFill>
              </a:rPr>
              <a:t>？</a:t>
            </a:r>
            <a:endParaRPr lang="en-US" sz="4400" dirty="0"/>
          </a:p>
        </p:txBody>
      </p:sp>
      <p:sp>
        <p:nvSpPr>
          <p:cNvPr id="17" name="見出し: 止まる"/>
          <p:cNvSpPr txBox="1"/>
          <p:nvPr/>
        </p:nvSpPr>
        <p:spPr>
          <a:xfrm>
            <a:off x="6604000" y="4724400"/>
            <a:ext cx="4902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１秒止まると隠れる</a:t>
            </a:r>
            <a:endParaRPr lang="en-US" sz="2400" dirty="0"/>
          </a:p>
        </p:txBody>
      </p:sp>
      <p:sp>
        <p:nvSpPr>
          <p:cNvPr id="18" name="説明: 止まる"/>
          <p:cNvSpPr txBox="1"/>
          <p:nvPr/>
        </p:nvSpPr>
        <p:spPr>
          <a:xfrm>
            <a:off x="6604000" y="5232400"/>
            <a:ext cx="4902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敵が見失って無敵（最大３秒）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9400" y="1524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ギミックを使おう</a:t>
            </a:r>
            <a:endParaRPr lang="en-US" sz="4400" dirty="0"/>
          </a:p>
        </p:txBody>
      </p:sp>
      <p:sp>
        <p:nvSpPr>
          <p:cNvPr id="3" name="カード: 導きの花"/>
          <p:cNvSpPr/>
          <p:nvPr/>
        </p:nvSpPr>
        <p:spPr>
          <a:xfrm>
            <a:off x="370840" y="1924050"/>
            <a:ext cx="3581400" cy="4085590"/>
          </a:xfrm>
          <a:prstGeom prst="roundRect">
            <a:avLst>
              <a:gd name="adj" fmla="val 5106"/>
            </a:avLst>
          </a:prstGeom>
          <a:solidFill>
            <a:srgbClr val="D9F2D0">
              <a:alpha val="30000"/>
            </a:srgbClr>
          </a:solidFill>
          <a:ln/>
        </p:spPr>
      </p:sp>
      <p:sp>
        <p:nvSpPr>
          <p:cNvPr id="4" name="カード: ホタルと門"/>
          <p:cNvSpPr/>
          <p:nvPr/>
        </p:nvSpPr>
        <p:spPr>
          <a:xfrm>
            <a:off x="4333240" y="1924050"/>
            <a:ext cx="3591560" cy="4085590"/>
          </a:xfrm>
          <a:prstGeom prst="roundRect">
            <a:avLst>
              <a:gd name="adj" fmla="val 5092"/>
            </a:avLst>
          </a:prstGeom>
          <a:solidFill>
            <a:srgbClr val="D9F2D0">
              <a:alpha val="30000"/>
            </a:srgbClr>
          </a:solidFill>
          <a:ln/>
        </p:spPr>
      </p:sp>
      <p:sp>
        <p:nvSpPr>
          <p:cNvPr id="5" name="カード: ランタン"/>
          <p:cNvSpPr/>
          <p:nvPr/>
        </p:nvSpPr>
        <p:spPr>
          <a:xfrm>
            <a:off x="8239760" y="1924050"/>
            <a:ext cx="3581400" cy="4085590"/>
          </a:xfrm>
          <a:prstGeom prst="roundRect">
            <a:avLst>
              <a:gd name="adj" fmla="val 5106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6" name="写真: 導きの花" descr="C:\Users\lastn\AppData\Local\Temp\claude\C--Users-lastn-Documents-Orca-apps-chameleon-night\7ccdac3e-cacf-4439-a9b4-aaf9a7a2ff7f\scratchpad\kp\asset_fl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500" y="2108200"/>
            <a:ext cx="1905000" cy="1905000"/>
          </a:xfrm>
          <a:prstGeom prst="rect">
            <a:avLst/>
          </a:prstGeom>
        </p:spPr>
      </p:pic>
      <p:pic>
        <p:nvPicPr>
          <p:cNvPr id="7" name="写真: ホタルの石" descr="C:\Users\lastn\AppData\Local\Temp\claude\C--Users-lastn-Documents-Orca-apps-chameleon-night\7ccdac3e-cacf-4439-a9b4-aaf9a7a2ff7f\scratchpad\kp\asset_stone_l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0" y="2311400"/>
            <a:ext cx="1600200" cy="1600200"/>
          </a:xfrm>
          <a:prstGeom prst="rect">
            <a:avLst/>
          </a:prstGeom>
        </p:spPr>
      </p:pic>
      <p:pic>
        <p:nvPicPr>
          <p:cNvPr id="8" name="写真: 開いた門" descr="C:\Users\lastn\AppData\Local\Temp\claude\C--Users-lastn-Documents-Orca-apps-chameleon-night\7ccdac3e-cacf-4439-a9b4-aaf9a7a2ff7f\scratchpad\kp\asset_gate_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2311400"/>
            <a:ext cx="1600200" cy="1600200"/>
          </a:xfrm>
          <a:prstGeom prst="rect">
            <a:avLst/>
          </a:prstGeom>
        </p:spPr>
      </p:pic>
      <p:pic>
        <p:nvPicPr>
          <p:cNvPr id="9" name="写真: ランタン" descr="C:\Users\lastn\AppData\Local\Temp\claude\C--Users-lastn-Documents-Orca-apps-chameleon-night\7ccdac3e-cacf-4439-a9b4-aaf9a7a2ff7f\scratchpad\kp\asset_lante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500" y="2108200"/>
            <a:ext cx="1905000" cy="1905000"/>
          </a:xfrm>
          <a:prstGeom prst="rect">
            <a:avLst/>
          </a:prstGeom>
        </p:spPr>
      </p:pic>
      <p:sp>
        <p:nvSpPr>
          <p:cNvPr id="10" name="見出し: 導きの花"/>
          <p:cNvSpPr txBox="1"/>
          <p:nvPr/>
        </p:nvSpPr>
        <p:spPr>
          <a:xfrm>
            <a:off x="495300" y="4318000"/>
            <a:ext cx="3327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導きの花</a:t>
            </a:r>
            <a:endParaRPr lang="en-US" sz="2400" dirty="0"/>
          </a:p>
        </p:txBody>
      </p:sp>
      <p:sp>
        <p:nvSpPr>
          <p:cNvPr id="11" name="説明: 導きの花"/>
          <p:cNvSpPr txBox="1"/>
          <p:nvPr/>
        </p:nvSpPr>
        <p:spPr>
          <a:xfrm>
            <a:off x="495300" y="4902200"/>
            <a:ext cx="3327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照らすと行き先まで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光の道が出る</a:t>
            </a:r>
            <a:endParaRPr lang="en-US" sz="2400" dirty="0"/>
          </a:p>
        </p:txBody>
      </p:sp>
      <p:sp>
        <p:nvSpPr>
          <p:cNvPr id="12" name="見出し: ホタルと門"/>
          <p:cNvSpPr txBox="1"/>
          <p:nvPr/>
        </p:nvSpPr>
        <p:spPr>
          <a:xfrm>
            <a:off x="4457700" y="4318000"/>
            <a:ext cx="334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ホタルと門</a:t>
            </a:r>
            <a:endParaRPr lang="en-US" sz="2400" dirty="0"/>
          </a:p>
        </p:txBody>
      </p:sp>
      <p:sp>
        <p:nvSpPr>
          <p:cNvPr id="13" name="説明: ホタルと門"/>
          <p:cNvSpPr txBox="1"/>
          <p:nvPr/>
        </p:nvSpPr>
        <p:spPr>
          <a:xfrm>
            <a:off x="4457700" y="4902200"/>
            <a:ext cx="33401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ホタルを２匹集めると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門が開く</a:t>
            </a:r>
            <a:endParaRPr lang="en-US" sz="2400" dirty="0"/>
          </a:p>
        </p:txBody>
      </p:sp>
      <p:sp>
        <p:nvSpPr>
          <p:cNvPr id="14" name="見出し: ランタン"/>
          <p:cNvSpPr txBox="1"/>
          <p:nvPr/>
        </p:nvSpPr>
        <p:spPr>
          <a:xfrm>
            <a:off x="8369300" y="4318000"/>
            <a:ext cx="3327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ランタン</a:t>
            </a:r>
            <a:endParaRPr lang="en-US" sz="2400" dirty="0"/>
          </a:p>
        </p:txBody>
      </p:sp>
      <p:sp>
        <p:nvSpPr>
          <p:cNvPr id="15" name="説明: ランタン"/>
          <p:cNvSpPr txBox="1"/>
          <p:nvPr/>
        </p:nvSpPr>
        <p:spPr>
          <a:xfrm>
            <a:off x="8369300" y="4902200"/>
            <a:ext cx="3327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最初から点いていて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近くの敵にダメージ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9400" y="1524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光を当て続けて敵を倒そう</a:t>
            </a:r>
            <a:endParaRPr lang="en-US" sz="4400" dirty="0"/>
          </a:p>
        </p:txBody>
      </p:sp>
      <p:sp>
        <p:nvSpPr>
          <p:cNvPr id="3" name="体力バー(満タン)"/>
          <p:cNvSpPr/>
          <p:nvPr/>
        </p:nvSpPr>
        <p:spPr>
          <a:xfrm>
            <a:off x="2029460" y="1724660"/>
            <a:ext cx="1562100" cy="152400"/>
          </a:xfrm>
          <a:prstGeom prst="roundRect">
            <a:avLst>
              <a:gd name="adj" fmla="val 30000"/>
            </a:avLst>
          </a:prstGeom>
          <a:solidFill>
            <a:srgbClr val="2FE151"/>
          </a:solidFill>
          <a:ln/>
        </p:spPr>
      </p:sp>
      <p:sp>
        <p:nvSpPr>
          <p:cNvPr id="4" name="体力バー(残り)"/>
          <p:cNvSpPr/>
          <p:nvPr/>
        </p:nvSpPr>
        <p:spPr>
          <a:xfrm>
            <a:off x="5314950" y="1724660"/>
            <a:ext cx="1562100" cy="152400"/>
          </a:xfrm>
          <a:prstGeom prst="roundRect">
            <a:avLst>
              <a:gd name="adj" fmla="val 30000"/>
            </a:avLst>
          </a:prstGeom>
          <a:solidFill>
            <a:srgbClr val="CCF8D4"/>
          </a:solidFill>
          <a:ln/>
        </p:spPr>
      </p:sp>
      <p:sp>
        <p:nvSpPr>
          <p:cNvPr id="5" name="体力バー(減った)"/>
          <p:cNvSpPr/>
          <p:nvPr/>
        </p:nvSpPr>
        <p:spPr>
          <a:xfrm>
            <a:off x="5314950" y="1724660"/>
            <a:ext cx="753110" cy="152400"/>
          </a:xfrm>
          <a:prstGeom prst="roundRect">
            <a:avLst>
              <a:gd name="adj" fmla="val 30000"/>
            </a:avLst>
          </a:prstGeom>
          <a:solidFill>
            <a:srgbClr val="2FE151"/>
          </a:solidFill>
          <a:ln/>
        </p:spPr>
      </p:sp>
      <p:sp>
        <p:nvSpPr>
          <p:cNvPr id="6" name="体力バー(0)"/>
          <p:cNvSpPr/>
          <p:nvPr/>
        </p:nvSpPr>
        <p:spPr>
          <a:xfrm>
            <a:off x="8458200" y="1724660"/>
            <a:ext cx="1562100" cy="152400"/>
          </a:xfrm>
          <a:prstGeom prst="roundRect">
            <a:avLst>
              <a:gd name="adj" fmla="val 30000"/>
            </a:avLst>
          </a:prstGeom>
          <a:solidFill>
            <a:srgbClr val="CCF8D4"/>
          </a:solidFill>
          <a:ln/>
        </p:spPr>
      </p:sp>
      <p:sp>
        <p:nvSpPr>
          <p:cNvPr id="7" name="外れた光"/>
          <p:cNvSpPr/>
          <p:nvPr/>
        </p:nvSpPr>
        <p:spPr>
          <a:xfrm>
            <a:off x="1390650" y="2181860"/>
            <a:ext cx="1286510" cy="123698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8" name="当たった光"/>
          <p:cNvSpPr/>
          <p:nvPr/>
        </p:nvSpPr>
        <p:spPr>
          <a:xfrm>
            <a:off x="5458460" y="2181860"/>
            <a:ext cx="1275080" cy="124714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9" name="倒した光"/>
          <p:cNvSpPr/>
          <p:nvPr/>
        </p:nvSpPr>
        <p:spPr>
          <a:xfrm>
            <a:off x="8600440" y="2181860"/>
            <a:ext cx="1286510" cy="123698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CC00"/>
            </a:solidFill>
            <a:prstDash val="solid"/>
          </a:ln>
        </p:spPr>
      </p:sp>
      <p:pic>
        <p:nvPicPr>
          <p:cNvPr id="10" name="おばけ(外れ)" descr="C:\Users\lastn\AppData\Local\Temp\claude\C--Users-lastn-Documents-Orca-apps-chameleon-night\7ccdac3e-cacf-4439-a9b4-aaf9a7a2ff7f\scratchpad\kp\ex\p6_2_x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0" y="2419350"/>
            <a:ext cx="1028700" cy="770890"/>
          </a:xfrm>
          <a:prstGeom prst="rect">
            <a:avLst/>
          </a:prstGeom>
        </p:spPr>
      </p:pic>
      <p:pic>
        <p:nvPicPr>
          <p:cNvPr id="11" name="おばけ(当たる)" descr="C:\Users\lastn\AppData\Local\Temp\claude\C--Users-lastn-Documents-Orca-apps-chameleon-night\7ccdac3e-cacf-4439-a9b4-aaf9a7a2ff7f\scratchpad\kp\ex\p6_1_x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650" y="2390140"/>
            <a:ext cx="1028700" cy="772160"/>
          </a:xfrm>
          <a:prstGeom prst="rect">
            <a:avLst/>
          </a:prstGeom>
        </p:spPr>
      </p:pic>
      <p:pic>
        <p:nvPicPr>
          <p:cNvPr id="12" name="おばけ(撃破)" descr="C:\Users\lastn\AppData\Local\Temp\claude\C--Users-lastn-Documents-Orca-apps-chameleon-night\7ccdac3e-cacf-4439-a9b4-aaf9a7a2ff7f\scratchpad\kp\ex\p6_3_x4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0" y="2419350"/>
            <a:ext cx="1028700" cy="770890"/>
          </a:xfrm>
          <a:prstGeom prst="rect">
            <a:avLst/>
          </a:prstGeom>
        </p:spPr>
      </p:pic>
      <p:sp>
        <p:nvSpPr>
          <p:cNvPr id="13" name="外れる"/>
          <p:cNvSpPr txBox="1"/>
          <p:nvPr/>
        </p:nvSpPr>
        <p:spPr>
          <a:xfrm>
            <a:off x="1143000" y="3581400"/>
            <a:ext cx="33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外れる＝減らない</a:t>
            </a:r>
            <a:endParaRPr lang="en-US" sz="2400" dirty="0"/>
          </a:p>
        </p:txBody>
      </p:sp>
      <p:sp>
        <p:nvSpPr>
          <p:cNvPr id="14" name="回復しない"/>
          <p:cNvSpPr txBox="1"/>
          <p:nvPr/>
        </p:nvSpPr>
        <p:spPr>
          <a:xfrm>
            <a:off x="1143000" y="4013200"/>
            <a:ext cx="330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7F7F7F"/>
                </a:solidFill>
              </a:rPr>
              <a:t>途中で外しても回復しない</a:t>
            </a:r>
            <a:endParaRPr lang="en-US" sz="1580" dirty="0"/>
          </a:p>
        </p:txBody>
      </p:sp>
      <p:sp>
        <p:nvSpPr>
          <p:cNvPr id="15" name="当たる"/>
          <p:cNvSpPr txBox="1"/>
          <p:nvPr/>
        </p:nvSpPr>
        <p:spPr>
          <a:xfrm>
            <a:off x="4699000" y="3581400"/>
            <a:ext cx="279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当たる＝減る</a:t>
            </a:r>
            <a:endParaRPr lang="en-US" sz="2400" dirty="0"/>
          </a:p>
        </p:txBody>
      </p:sp>
      <p:sp>
        <p:nvSpPr>
          <p:cNvPr id="16" name="重ねる"/>
          <p:cNvSpPr txBox="1"/>
          <p:nvPr/>
        </p:nvSpPr>
        <p:spPr>
          <a:xfrm>
            <a:off x="4191000" y="40132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7F7F7F"/>
                </a:solidFill>
              </a:rPr>
              <a:t>光を重ねるほど速く減る（２人で２倍）</a:t>
            </a:r>
            <a:endParaRPr lang="en-US" sz="1580" dirty="0"/>
          </a:p>
        </p:txBody>
      </p:sp>
      <p:sp>
        <p:nvSpPr>
          <p:cNvPr id="17" name="撃破"/>
          <p:cNvSpPr txBox="1"/>
          <p:nvPr/>
        </p:nvSpPr>
        <p:spPr>
          <a:xfrm>
            <a:off x="7772400" y="3581400"/>
            <a:ext cx="279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０で撃破</a:t>
            </a:r>
            <a:endParaRPr lang="en-US" sz="2400" dirty="0"/>
          </a:p>
        </p:txBody>
      </p:sp>
      <p:sp>
        <p:nvSpPr>
          <p:cNvPr id="18" name="敵の帯"/>
          <p:cNvSpPr/>
          <p:nvPr/>
        </p:nvSpPr>
        <p:spPr>
          <a:xfrm>
            <a:off x="819150" y="4523740"/>
            <a:ext cx="10544810" cy="2010410"/>
          </a:xfrm>
          <a:prstGeom prst="roundRect">
            <a:avLst>
              <a:gd name="adj" fmla="val 9097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19" name="敵: オオカミ" descr="C:\Users\lastn\AppData\Local\Temp\claude\C--Users-lastn-Documents-Orca-apps-chameleon-night\7ccdac3e-cacf-4439-a9b4-aaf9a7a2ff7f\scratchpad\kp\ex\p6_4_x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4638040"/>
            <a:ext cx="1113790" cy="1049020"/>
          </a:xfrm>
          <a:prstGeom prst="rect">
            <a:avLst/>
          </a:prstGeom>
        </p:spPr>
      </p:pic>
      <p:sp>
        <p:nvSpPr>
          <p:cNvPr id="20" name="敵の名前: オオカミ"/>
          <p:cNvSpPr txBox="1"/>
          <p:nvPr/>
        </p:nvSpPr>
        <p:spPr>
          <a:xfrm>
            <a:off x="868045" y="5727700"/>
            <a:ext cx="254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オオカミ</a:t>
            </a:r>
            <a:endParaRPr lang="en-US" sz="1800" dirty="0"/>
          </a:p>
        </p:txBody>
      </p:sp>
      <p:sp>
        <p:nvSpPr>
          <p:cNvPr id="21" name="敵の説明: オオカミ"/>
          <p:cNvSpPr txBox="1"/>
          <p:nvPr/>
        </p:nvSpPr>
        <p:spPr>
          <a:xfrm>
            <a:off x="868045" y="60198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7F7F7F"/>
                </a:solidFill>
              </a:rPr>
              <a:t>速い・群れで来る</a:t>
            </a:r>
            <a:endParaRPr lang="en-US" sz="1580" dirty="0"/>
          </a:p>
        </p:txBody>
      </p:sp>
      <p:pic>
        <p:nvPicPr>
          <p:cNvPr id="22" name="敵: クマ" descr="C:\Users\lastn\AppData\Local\Temp\claude\C--Users-lastn-Documents-Orca-apps-chameleon-night\7ccdac3e-cacf-4439-a9b4-aaf9a7a2ff7f\scratchpad\kp\ex\p6_5_x4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4350" y="4638040"/>
            <a:ext cx="895350" cy="1049020"/>
          </a:xfrm>
          <a:prstGeom prst="rect">
            <a:avLst/>
          </a:prstGeom>
        </p:spPr>
      </p:pic>
      <p:sp>
        <p:nvSpPr>
          <p:cNvPr id="23" name="敵の名前: クマ"/>
          <p:cNvSpPr txBox="1"/>
          <p:nvPr/>
        </p:nvSpPr>
        <p:spPr>
          <a:xfrm>
            <a:off x="3502025" y="5727700"/>
            <a:ext cx="254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クマ</a:t>
            </a:r>
            <a:endParaRPr lang="en-US" sz="1800" dirty="0"/>
          </a:p>
        </p:txBody>
      </p:sp>
      <p:sp>
        <p:nvSpPr>
          <p:cNvPr id="24" name="敵の説明: クマ"/>
          <p:cNvSpPr txBox="1"/>
          <p:nvPr/>
        </p:nvSpPr>
        <p:spPr>
          <a:xfrm>
            <a:off x="3502025" y="60198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7F7F7F"/>
                </a:solidFill>
              </a:rPr>
              <a:t>大きくて硬い</a:t>
            </a:r>
            <a:endParaRPr lang="en-US" sz="1580" dirty="0"/>
          </a:p>
        </p:txBody>
      </p:sp>
      <p:pic>
        <p:nvPicPr>
          <p:cNvPr id="25" name="敵: キツネ" descr="C:\Users\lastn\AppData\Local\Temp\claude\C--Users-lastn-Documents-Orca-apps-chameleon-night\7ccdac3e-cacf-4439-a9b4-aaf9a7a2ff7f\scratchpad\kp\ex\p6_6_x4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0" y="4638040"/>
            <a:ext cx="533400" cy="1049020"/>
          </a:xfrm>
          <a:prstGeom prst="rect">
            <a:avLst/>
          </a:prstGeom>
        </p:spPr>
      </p:pic>
      <p:sp>
        <p:nvSpPr>
          <p:cNvPr id="26" name="敵の名前: キツネ"/>
          <p:cNvSpPr txBox="1"/>
          <p:nvPr/>
        </p:nvSpPr>
        <p:spPr>
          <a:xfrm>
            <a:off x="6140450" y="5727700"/>
            <a:ext cx="254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キツネ</a:t>
            </a:r>
            <a:endParaRPr lang="en-US" sz="1800" dirty="0"/>
          </a:p>
        </p:txBody>
      </p:sp>
      <p:sp>
        <p:nvSpPr>
          <p:cNvPr id="27" name="敵の説明: キツネ"/>
          <p:cNvSpPr txBox="1"/>
          <p:nvPr/>
        </p:nvSpPr>
        <p:spPr>
          <a:xfrm>
            <a:off x="6140450" y="60198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7F7F7F"/>
                </a:solidFill>
              </a:rPr>
              <a:t>火の玉を撃つ</a:t>
            </a:r>
            <a:endParaRPr lang="en-US" sz="1580" dirty="0"/>
          </a:p>
        </p:txBody>
      </p:sp>
      <p:pic>
        <p:nvPicPr>
          <p:cNvPr id="28" name="敵: ようせい" descr="C:\Users\lastn\AppData\Local\Temp\claude\C--Users-lastn-Documents-Orca-apps-chameleon-night\7ccdac3e-cacf-4439-a9b4-aaf9a7a2ff7f\scratchpad\kp\ex\p6_7_x5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9140" y="4638040"/>
            <a:ext cx="838200" cy="1049020"/>
          </a:xfrm>
          <a:prstGeom prst="rect">
            <a:avLst/>
          </a:prstGeom>
        </p:spPr>
      </p:pic>
      <p:sp>
        <p:nvSpPr>
          <p:cNvPr id="29" name="敵の名前: ようせい"/>
          <p:cNvSpPr txBox="1"/>
          <p:nvPr/>
        </p:nvSpPr>
        <p:spPr>
          <a:xfrm>
            <a:off x="8778240" y="5727700"/>
            <a:ext cx="254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ようせい</a:t>
            </a:r>
            <a:endParaRPr lang="en-US" sz="1800" dirty="0"/>
          </a:p>
        </p:txBody>
      </p:sp>
      <p:sp>
        <p:nvSpPr>
          <p:cNvPr id="30" name="敵の説明: ようせい"/>
          <p:cNvSpPr txBox="1"/>
          <p:nvPr/>
        </p:nvSpPr>
        <p:spPr>
          <a:xfrm>
            <a:off x="8778240" y="60198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7F7F7F"/>
                </a:solidFill>
              </a:rPr>
              <a:t>木や崖をすり抜ける</a:t>
            </a:r>
            <a:endParaRPr lang="en-US" sz="1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9400" y="1524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使った技術</a:t>
            </a:r>
            <a:endParaRPr lang="en-US" sz="4400" dirty="0"/>
          </a:p>
        </p:txBody>
      </p:sp>
      <p:sp>
        <p:nvSpPr>
          <p:cNvPr id="3" name="カード: Unity"/>
          <p:cNvSpPr/>
          <p:nvPr/>
        </p:nvSpPr>
        <p:spPr>
          <a:xfrm>
            <a:off x="508000" y="1270000"/>
            <a:ext cx="2603500" cy="2413000"/>
          </a:xfrm>
          <a:prstGeom prst="roundRect">
            <a:avLst>
              <a:gd name="adj" fmla="val 9474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4" name="アイコン: Unity" descr="C:\Users\lastn\AppData\Local\Temp\claude\C--Users-lastn-Documents-Orca-apps-chameleon-night\7ccdac3e-cacf-4439-a9b4-aaf9a7a2ff7f\scratchpad\kp\ex\p7_1_x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470" y="1537970"/>
            <a:ext cx="924560" cy="1038860"/>
          </a:xfrm>
          <a:prstGeom prst="rect">
            <a:avLst/>
          </a:prstGeom>
        </p:spPr>
      </p:pic>
      <p:sp>
        <p:nvSpPr>
          <p:cNvPr id="5" name="名前: Unity"/>
          <p:cNvSpPr txBox="1"/>
          <p:nvPr/>
        </p:nvSpPr>
        <p:spPr>
          <a:xfrm>
            <a:off x="584200" y="27686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Unity</a:t>
            </a:r>
            <a:endParaRPr lang="en-US" sz="2000" dirty="0"/>
          </a:p>
        </p:txBody>
      </p:sp>
      <p:sp>
        <p:nvSpPr>
          <p:cNvPr id="6" name="説明: Unity"/>
          <p:cNvSpPr txBox="1"/>
          <p:nvPr/>
        </p:nvSpPr>
        <p:spPr>
          <a:xfrm>
            <a:off x="584200" y="3149600"/>
            <a:ext cx="2451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F7F"/>
                </a:solidFill>
              </a:rPr>
              <a:t>ゲーム本体</a:t>
            </a:r>
            <a:endParaRPr lang="en-US" sz="1600" dirty="0"/>
          </a:p>
        </p:txBody>
      </p:sp>
      <p:sp>
        <p:nvSpPr>
          <p:cNvPr id="7" name="カード: ESP32+圧力マット"/>
          <p:cNvSpPr/>
          <p:nvPr/>
        </p:nvSpPr>
        <p:spPr>
          <a:xfrm>
            <a:off x="3365500" y="1270000"/>
            <a:ext cx="2603500" cy="2413000"/>
          </a:xfrm>
          <a:prstGeom prst="roundRect">
            <a:avLst>
              <a:gd name="adj" fmla="val 9474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8" name="アイコン: ESP32+圧力マット" descr="C:\Users\lastn\AppData\Local\Temp\claude\C--Users-lastn-Documents-Orca-apps-chameleon-night\7ccdac3e-cacf-4439-a9b4-aaf9a7a2ff7f\scratchpad\kp\ex\p7_2_x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0" y="1524000"/>
            <a:ext cx="1422400" cy="1066800"/>
          </a:xfrm>
          <a:prstGeom prst="rect">
            <a:avLst/>
          </a:prstGeom>
        </p:spPr>
      </p:pic>
      <p:sp>
        <p:nvSpPr>
          <p:cNvPr id="9" name="名前: ESP32+圧力マット"/>
          <p:cNvSpPr txBox="1"/>
          <p:nvPr/>
        </p:nvSpPr>
        <p:spPr>
          <a:xfrm>
            <a:off x="3441700" y="27686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ESP32+圧力マット</a:t>
            </a:r>
            <a:endParaRPr lang="en-US" sz="2000" dirty="0"/>
          </a:p>
        </p:txBody>
      </p:sp>
      <p:sp>
        <p:nvSpPr>
          <p:cNvPr id="10" name="説明: ESP32+圧力マット"/>
          <p:cNvSpPr txBox="1"/>
          <p:nvPr/>
        </p:nvSpPr>
        <p:spPr>
          <a:xfrm>
            <a:off x="3441700" y="3149600"/>
            <a:ext cx="2451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F7F"/>
                </a:solidFill>
              </a:rPr>
              <a:t>足で踏んで操作</a:t>
            </a:r>
            <a:endParaRPr lang="en-US" sz="1600" dirty="0"/>
          </a:p>
        </p:txBody>
      </p:sp>
      <p:sp>
        <p:nvSpPr>
          <p:cNvPr id="11" name="カード: ブラウザ"/>
          <p:cNvSpPr/>
          <p:nvPr/>
        </p:nvSpPr>
        <p:spPr>
          <a:xfrm>
            <a:off x="6223000" y="1270000"/>
            <a:ext cx="2603500" cy="2413000"/>
          </a:xfrm>
          <a:prstGeom prst="roundRect">
            <a:avLst>
              <a:gd name="adj" fmla="val 9474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12" name="アイコン: ブラウザ" descr="C:\Users\lastn\AppData\Local\Temp\claude\C--Users-lastn-Documents-Orca-apps-chameleon-night\7ccdac3e-cacf-4439-a9b4-aaf9a7a2ff7f\scratchpad\kp\ex\p7_3_x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1447800"/>
            <a:ext cx="1219200" cy="1219200"/>
          </a:xfrm>
          <a:prstGeom prst="rect">
            <a:avLst/>
          </a:prstGeom>
        </p:spPr>
      </p:pic>
      <p:sp>
        <p:nvSpPr>
          <p:cNvPr id="13" name="名前: ブラウザ"/>
          <p:cNvSpPr txBox="1"/>
          <p:nvPr/>
        </p:nvSpPr>
        <p:spPr>
          <a:xfrm>
            <a:off x="6299200" y="27686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ブラウザ</a:t>
            </a:r>
            <a:endParaRPr lang="en-US" sz="2000" dirty="0"/>
          </a:p>
        </p:txBody>
      </p:sp>
      <p:sp>
        <p:nvSpPr>
          <p:cNvPr id="14" name="説明: ブラウザ"/>
          <p:cNvSpPr txBox="1"/>
          <p:nvPr/>
        </p:nvSpPr>
        <p:spPr>
          <a:xfrm>
            <a:off x="6299200" y="3149600"/>
            <a:ext cx="2451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F7F"/>
                </a:solidFill>
              </a:rPr>
              <a:t>アプリ不要</a:t>
            </a:r>
            <a:endParaRPr lang="en-US" sz="1600" dirty="0"/>
          </a:p>
        </p:txBody>
      </p:sp>
      <p:sp>
        <p:nvSpPr>
          <p:cNvPr id="15" name="カード: Webサーバー"/>
          <p:cNvSpPr/>
          <p:nvPr/>
        </p:nvSpPr>
        <p:spPr>
          <a:xfrm>
            <a:off x="9080500" y="1270000"/>
            <a:ext cx="2603500" cy="2413000"/>
          </a:xfrm>
          <a:prstGeom prst="roundRect">
            <a:avLst>
              <a:gd name="adj" fmla="val 9474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16" name="アイコン: Webサーバー" descr="C:\Users\lastn\AppData\Local\Temp\claude\C--Users-lastn-Documents-Orca-apps-chameleon-night\7ccdac3e-cacf-4439-a9b4-aaf9a7a2ff7f\scratchpad\kp\ex\p7_4_x5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9950" y="1435100"/>
            <a:ext cx="1244600" cy="1244600"/>
          </a:xfrm>
          <a:prstGeom prst="rect">
            <a:avLst/>
          </a:prstGeom>
        </p:spPr>
      </p:pic>
      <p:sp>
        <p:nvSpPr>
          <p:cNvPr id="17" name="名前: Webサーバー"/>
          <p:cNvSpPr txBox="1"/>
          <p:nvPr/>
        </p:nvSpPr>
        <p:spPr>
          <a:xfrm>
            <a:off x="9156700" y="27686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Webサーバー</a:t>
            </a:r>
            <a:endParaRPr lang="en-US" sz="2000" dirty="0"/>
          </a:p>
        </p:txBody>
      </p:sp>
      <p:sp>
        <p:nvSpPr>
          <p:cNvPr id="18" name="説明: Webサーバー"/>
          <p:cNvSpPr txBox="1"/>
          <p:nvPr/>
        </p:nvSpPr>
        <p:spPr>
          <a:xfrm>
            <a:off x="9156700" y="3149600"/>
            <a:ext cx="2451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F7F"/>
                </a:solidFill>
              </a:rPr>
              <a:t>PCの中で動く</a:t>
            </a:r>
            <a:endParaRPr lang="en-US" sz="1600" dirty="0"/>
          </a:p>
        </p:txBody>
      </p:sp>
      <p:sp>
        <p:nvSpPr>
          <p:cNvPr id="19" name="カード: Cloudflare"/>
          <p:cNvSpPr/>
          <p:nvPr/>
        </p:nvSpPr>
        <p:spPr>
          <a:xfrm>
            <a:off x="508000" y="3962400"/>
            <a:ext cx="2603500" cy="2413000"/>
          </a:xfrm>
          <a:prstGeom prst="roundRect">
            <a:avLst>
              <a:gd name="adj" fmla="val 9474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20" name="アイコン: Cloudflare" descr="C:\Users\lastn\AppData\Local\Temp\claude\C--Users-lastn-Documents-Orca-apps-chameleon-night\7ccdac3e-cacf-4439-a9b4-aaf9a7a2ff7f\scratchpad\kp\ex\p8_1_x6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" y="4368800"/>
            <a:ext cx="1651000" cy="762000"/>
          </a:xfrm>
          <a:prstGeom prst="rect">
            <a:avLst/>
          </a:prstGeom>
        </p:spPr>
      </p:pic>
      <p:sp>
        <p:nvSpPr>
          <p:cNvPr id="21" name="名前: Cloudflare"/>
          <p:cNvSpPr txBox="1"/>
          <p:nvPr/>
        </p:nvSpPr>
        <p:spPr>
          <a:xfrm>
            <a:off x="584200" y="54610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Cloudflare</a:t>
            </a:r>
            <a:endParaRPr lang="en-US" sz="2000" dirty="0"/>
          </a:p>
        </p:txBody>
      </p:sp>
      <p:sp>
        <p:nvSpPr>
          <p:cNvPr id="22" name="説明: Cloudflare"/>
          <p:cNvSpPr txBox="1"/>
          <p:nvPr/>
        </p:nvSpPr>
        <p:spPr>
          <a:xfrm>
            <a:off x="584200" y="5842000"/>
            <a:ext cx="2451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F7F"/>
                </a:solidFill>
              </a:rPr>
              <a:t>5Gでも参加できる</a:t>
            </a:r>
            <a:endParaRPr lang="en-US" sz="1600" dirty="0"/>
          </a:p>
        </p:txBody>
      </p:sp>
      <p:sp>
        <p:nvSpPr>
          <p:cNvPr id="23" name="カード: Meshy AI"/>
          <p:cNvSpPr/>
          <p:nvPr/>
        </p:nvSpPr>
        <p:spPr>
          <a:xfrm>
            <a:off x="3365500" y="3962400"/>
            <a:ext cx="2603500" cy="2413000"/>
          </a:xfrm>
          <a:prstGeom prst="roundRect">
            <a:avLst>
              <a:gd name="adj" fmla="val 9474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24" name="アイコン: Meshy AI" descr="C:\Users\lastn\AppData\Local\Temp\claude\C--Users-lastn-Documents-Orca-apps-chameleon-night\7ccdac3e-cacf-4439-a9b4-aaf9a7a2ff7f\scratchpad\kp\ex\p7_5_x6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0350" y="4146550"/>
            <a:ext cx="1193800" cy="1206500"/>
          </a:xfrm>
          <a:prstGeom prst="rect">
            <a:avLst/>
          </a:prstGeom>
        </p:spPr>
      </p:pic>
      <p:sp>
        <p:nvSpPr>
          <p:cNvPr id="25" name="名前: Meshy AI"/>
          <p:cNvSpPr txBox="1"/>
          <p:nvPr/>
        </p:nvSpPr>
        <p:spPr>
          <a:xfrm>
            <a:off x="3441700" y="54610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Meshy AI</a:t>
            </a:r>
            <a:endParaRPr lang="en-US" sz="2000" dirty="0"/>
          </a:p>
        </p:txBody>
      </p:sp>
      <p:sp>
        <p:nvSpPr>
          <p:cNvPr id="26" name="説明: Meshy AI"/>
          <p:cNvSpPr txBox="1"/>
          <p:nvPr/>
        </p:nvSpPr>
        <p:spPr>
          <a:xfrm>
            <a:off x="3441700" y="5842000"/>
            <a:ext cx="2451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F7F"/>
                </a:solidFill>
              </a:rPr>
              <a:t>敵とカメレオンの3D</a:t>
            </a:r>
            <a:endParaRPr lang="en-US" sz="1600" dirty="0"/>
          </a:p>
        </p:txBody>
      </p:sp>
      <p:sp>
        <p:nvSpPr>
          <p:cNvPr id="27" name="カード: Blender"/>
          <p:cNvSpPr/>
          <p:nvPr/>
        </p:nvSpPr>
        <p:spPr>
          <a:xfrm>
            <a:off x="6223000" y="3962400"/>
            <a:ext cx="2603500" cy="2413000"/>
          </a:xfrm>
          <a:prstGeom prst="roundRect">
            <a:avLst>
              <a:gd name="adj" fmla="val 9474"/>
            </a:avLst>
          </a:prstGeom>
          <a:solidFill>
            <a:srgbClr val="D9F2D0">
              <a:alpha val="30000"/>
            </a:srgbClr>
          </a:solidFill>
          <a:ln/>
        </p:spPr>
      </p:sp>
      <p:pic>
        <p:nvPicPr>
          <p:cNvPr id="28" name="アイコン: Blender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0" y="4178300"/>
            <a:ext cx="1143000" cy="1143000"/>
          </a:xfrm>
          <a:prstGeom prst="rect">
            <a:avLst/>
          </a:prstGeom>
        </p:spPr>
      </p:pic>
      <p:sp>
        <p:nvSpPr>
          <p:cNvPr id="29" name="名前: Blender"/>
          <p:cNvSpPr txBox="1"/>
          <p:nvPr/>
        </p:nvSpPr>
        <p:spPr>
          <a:xfrm>
            <a:off x="6299200" y="54610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Blender</a:t>
            </a:r>
            <a:endParaRPr lang="en-US" sz="2000" dirty="0"/>
          </a:p>
        </p:txBody>
      </p:sp>
      <p:sp>
        <p:nvSpPr>
          <p:cNvPr id="30" name="説明: Blender"/>
          <p:cNvSpPr txBox="1"/>
          <p:nvPr/>
        </p:nvSpPr>
        <p:spPr>
          <a:xfrm>
            <a:off x="6299200" y="5842000"/>
            <a:ext cx="2451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F7F"/>
                </a:solidFill>
              </a:rPr>
              <a:t>骨と動きを付ける</a:t>
            </a:r>
            <a:endParaRPr lang="en-US" sz="1600" dirty="0"/>
          </a:p>
        </p:txBody>
      </p:sp>
      <p:sp>
        <p:nvSpPr>
          <p:cNvPr id="31" name="カード: Kenney"/>
          <p:cNvSpPr/>
          <p:nvPr/>
        </p:nvSpPr>
        <p:spPr>
          <a:xfrm>
            <a:off x="9080500" y="3962400"/>
            <a:ext cx="2603500" cy="2413000"/>
          </a:xfrm>
          <a:prstGeom prst="roundRect">
            <a:avLst>
              <a:gd name="adj" fmla="val 9474"/>
            </a:avLst>
          </a:prstGeom>
          <a:solidFill>
            <a:srgbClr val="D9F2D0">
              <a:alpha val="30000"/>
            </a:srgbClr>
          </a:solidFill>
          <a:ln/>
        </p:spPr>
      </p:sp>
      <p:sp>
        <p:nvSpPr>
          <p:cNvPr id="32" name="木の葉"/>
          <p:cNvSpPr/>
          <p:nvPr/>
        </p:nvSpPr>
        <p:spPr>
          <a:xfrm>
            <a:off x="10039350" y="4165600"/>
            <a:ext cx="685800" cy="647700"/>
          </a:xfrm>
          <a:prstGeom prst="triangle">
            <a:avLst/>
          </a:prstGeom>
          <a:solidFill>
            <a:srgbClr val="00B050"/>
          </a:solidFill>
          <a:ln/>
        </p:spPr>
      </p:sp>
      <p:sp>
        <p:nvSpPr>
          <p:cNvPr id="33" name="木の幹"/>
          <p:cNvSpPr/>
          <p:nvPr/>
        </p:nvSpPr>
        <p:spPr>
          <a:xfrm>
            <a:off x="10311130" y="4813300"/>
            <a:ext cx="142240" cy="438150"/>
          </a:xfrm>
          <a:prstGeom prst="rect">
            <a:avLst/>
          </a:prstGeom>
          <a:solidFill>
            <a:srgbClr val="BF8A2B"/>
          </a:solidFill>
          <a:ln/>
        </p:spPr>
      </p:sp>
      <p:sp>
        <p:nvSpPr>
          <p:cNvPr id="34" name="名前: Kenney"/>
          <p:cNvSpPr txBox="1"/>
          <p:nvPr/>
        </p:nvSpPr>
        <p:spPr>
          <a:xfrm>
            <a:off x="9156700" y="54610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Kenney</a:t>
            </a:r>
            <a:endParaRPr lang="en-US" sz="2000" dirty="0"/>
          </a:p>
        </p:txBody>
      </p:sp>
      <p:sp>
        <p:nvSpPr>
          <p:cNvPr id="35" name="説明: Kenney"/>
          <p:cNvSpPr txBox="1"/>
          <p:nvPr/>
        </p:nvSpPr>
        <p:spPr>
          <a:xfrm>
            <a:off x="9156700" y="5842000"/>
            <a:ext cx="2451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F7F"/>
                </a:solidFill>
              </a:rPr>
              <a:t>木・岩の素材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9400" y="1524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システム構成</a:t>
            </a:r>
            <a:endParaRPr lang="en-US" sz="4400" dirty="0"/>
          </a:p>
        </p:txBody>
      </p:sp>
      <p:sp>
        <p:nvSpPr>
          <p:cNvPr id="3" name="参加者の枠"/>
          <p:cNvSpPr/>
          <p:nvPr/>
        </p:nvSpPr>
        <p:spPr>
          <a:xfrm>
            <a:off x="467360" y="1371600"/>
            <a:ext cx="2379980" cy="4599940"/>
          </a:xfrm>
          <a:prstGeom prst="roundRect">
            <a:avLst>
              <a:gd name="adj" fmla="val 5763"/>
            </a:avLst>
          </a:prstGeom>
          <a:solidFill>
            <a:srgbClr val="D9F2D0">
              <a:alpha val="30000"/>
            </a:srgbClr>
          </a:solidFill>
          <a:ln/>
        </p:spPr>
      </p:sp>
      <p:sp>
        <p:nvSpPr>
          <p:cNvPr id="4" name="参加者"/>
          <p:cNvSpPr txBox="1"/>
          <p:nvPr/>
        </p:nvSpPr>
        <p:spPr>
          <a:xfrm>
            <a:off x="467360" y="1447800"/>
            <a:ext cx="23799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参加者</a:t>
            </a:r>
            <a:endParaRPr lang="en-US" sz="1800" dirty="0"/>
          </a:p>
        </p:txBody>
      </p:sp>
      <p:sp>
        <p:nvSpPr>
          <p:cNvPr id="5" name="カメレオン役"/>
          <p:cNvSpPr txBox="1"/>
          <p:nvPr/>
        </p:nvSpPr>
        <p:spPr>
          <a:xfrm>
            <a:off x="467360" y="1854200"/>
            <a:ext cx="23799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6B24"/>
                </a:solidFill>
              </a:rPr>
              <a:t>カメレオン役</a:t>
            </a:r>
            <a:endParaRPr lang="en-US" sz="1800" dirty="0"/>
          </a:p>
        </p:txBody>
      </p:sp>
      <p:pic>
        <p:nvPicPr>
          <p:cNvPr id="6" name="圧力マット" descr="C:\Users\lastn\AppData\Local\Temp\claude\C--Users-lastn-Documents-Orca-apps-chameleon-night\7ccdac3e-cacf-4439-a9b4-aaf9a7a2ff7f\scratchpad\kp\ex\p8_5_x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0" y="2161540"/>
            <a:ext cx="1066800" cy="1057910"/>
          </a:xfrm>
          <a:prstGeom prst="rect">
            <a:avLst/>
          </a:prstGeom>
        </p:spPr>
      </p:pic>
      <p:sp>
        <p:nvSpPr>
          <p:cNvPr id="7" name="圧力マットの名前"/>
          <p:cNvSpPr txBox="1"/>
          <p:nvPr/>
        </p:nvSpPr>
        <p:spPr>
          <a:xfrm>
            <a:off x="467360" y="3200400"/>
            <a:ext cx="23799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圧力マット</a:t>
            </a:r>
            <a:endParaRPr lang="en-US" sz="1800" dirty="0"/>
          </a:p>
        </p:txBody>
      </p:sp>
      <p:sp>
        <p:nvSpPr>
          <p:cNvPr id="8" name="灯り役"/>
          <p:cNvSpPr txBox="1"/>
          <p:nvPr/>
        </p:nvSpPr>
        <p:spPr>
          <a:xfrm>
            <a:off x="467360" y="4152900"/>
            <a:ext cx="23799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7132"/>
                </a:solidFill>
              </a:rPr>
              <a:t>灯り役</a:t>
            </a:r>
            <a:endParaRPr lang="en-US" sz="1800" dirty="0"/>
          </a:p>
        </p:txBody>
      </p:sp>
      <p:pic>
        <p:nvPicPr>
          <p:cNvPr id="9" name="スマホ" descr="C:\Users\lastn\AppData\Local\Temp\claude\C--Users-lastn-Documents-Orca-apps-chameleon-night\7ccdac3e-cacf-4439-a9b4-aaf9a7a2ff7f\scratchpad\kp\ex\p8_6_x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4514850"/>
            <a:ext cx="1219200" cy="762000"/>
          </a:xfrm>
          <a:prstGeom prst="rect">
            <a:avLst/>
          </a:prstGeom>
        </p:spPr>
      </p:pic>
      <p:sp>
        <p:nvSpPr>
          <p:cNvPr id="10" name="スマホの名前"/>
          <p:cNvSpPr txBox="1"/>
          <p:nvPr/>
        </p:nvSpPr>
        <p:spPr>
          <a:xfrm>
            <a:off x="467360" y="5283200"/>
            <a:ext cx="23799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スマホ</a:t>
            </a:r>
            <a:endParaRPr lang="en-US" sz="1800" dirty="0"/>
          </a:p>
        </p:txBody>
      </p:sp>
      <p:sp>
        <p:nvSpPr>
          <p:cNvPr id="11" name="踏んだデータ"/>
          <p:cNvSpPr txBox="1"/>
          <p:nvPr/>
        </p:nvSpPr>
        <p:spPr>
          <a:xfrm>
            <a:off x="2222500" y="22860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000000"/>
                </a:solidFill>
              </a:rPr>
              <a:t>踏んだデータ</a:t>
            </a:r>
            <a:endParaRPr lang="en-US" sz="1580" dirty="0"/>
          </a:p>
        </p:txBody>
      </p:sp>
      <p:sp>
        <p:nvSpPr>
          <p:cNvPr id="12" name="矢印: マット→ESP32"/>
          <p:cNvSpPr/>
          <p:nvPr/>
        </p:nvSpPr>
        <p:spPr>
          <a:xfrm>
            <a:off x="2533650" y="2571750"/>
            <a:ext cx="999490" cy="237490"/>
          </a:xfrm>
          <a:prstGeom prst="rightArrow">
            <a:avLst/>
          </a:prstGeom>
          <a:solidFill>
            <a:srgbClr val="0F9ED5"/>
          </a:solidFill>
          <a:ln/>
        </p:spPr>
      </p:sp>
      <p:sp>
        <p:nvSpPr>
          <p:cNvPr id="13" name="マイコン"/>
          <p:cNvSpPr txBox="1"/>
          <p:nvPr/>
        </p:nvSpPr>
        <p:spPr>
          <a:xfrm>
            <a:off x="3810000" y="1828800"/>
            <a:ext cx="1333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7F7F7F"/>
                </a:solidFill>
              </a:rPr>
              <a:t>マイコン</a:t>
            </a:r>
            <a:endParaRPr lang="en-US" sz="1580" dirty="0"/>
          </a:p>
        </p:txBody>
      </p:sp>
      <p:pic>
        <p:nvPicPr>
          <p:cNvPr id="14" name="ESP32" descr="C:\Users\lastn\AppData\Local\Temp\claude\C--Users-lastn-Documents-Orca-apps-chameleon-night\7ccdac3e-cacf-4439-a9b4-aaf9a7a2ff7f\scratchpad\kp\ex\p8_4_x7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2161540"/>
            <a:ext cx="1066800" cy="1057910"/>
          </a:xfrm>
          <a:prstGeom prst="rect">
            <a:avLst/>
          </a:prstGeom>
        </p:spPr>
      </p:pic>
      <p:sp>
        <p:nvSpPr>
          <p:cNvPr id="15" name="ESP32の名前"/>
          <p:cNvSpPr txBox="1"/>
          <p:nvPr/>
        </p:nvSpPr>
        <p:spPr>
          <a:xfrm>
            <a:off x="3810000" y="3238500"/>
            <a:ext cx="1333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ESP32</a:t>
            </a:r>
            <a:endParaRPr lang="en-US" sz="1800" dirty="0"/>
          </a:p>
        </p:txBody>
      </p:sp>
      <p:sp>
        <p:nvSpPr>
          <p:cNvPr id="16" name="USB"/>
          <p:cNvSpPr txBox="1"/>
          <p:nvPr/>
        </p:nvSpPr>
        <p:spPr>
          <a:xfrm>
            <a:off x="5219700" y="2298700"/>
            <a:ext cx="100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000000"/>
                </a:solidFill>
              </a:rPr>
              <a:t>USB</a:t>
            </a:r>
            <a:endParaRPr lang="en-US" sz="1580" dirty="0"/>
          </a:p>
        </p:txBody>
      </p:sp>
      <p:sp>
        <p:nvSpPr>
          <p:cNvPr id="17" name="矢印: ESP32→PC"/>
          <p:cNvSpPr/>
          <p:nvPr/>
        </p:nvSpPr>
        <p:spPr>
          <a:xfrm>
            <a:off x="5219700" y="2571750"/>
            <a:ext cx="1000760" cy="237490"/>
          </a:xfrm>
          <a:prstGeom prst="rightArrow">
            <a:avLst/>
          </a:prstGeom>
          <a:solidFill>
            <a:srgbClr val="0F9ED5"/>
          </a:solidFill>
          <a:ln/>
        </p:spPr>
      </p:sp>
      <p:sp>
        <p:nvSpPr>
          <p:cNvPr id="18" name="ジャイロデータ"/>
          <p:cNvSpPr txBox="1"/>
          <p:nvPr/>
        </p:nvSpPr>
        <p:spPr>
          <a:xfrm>
            <a:off x="2159000" y="4419600"/>
            <a:ext cx="167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000000"/>
                </a:solidFill>
              </a:rPr>
              <a:t>ジャイロデータ</a:t>
            </a:r>
            <a:endParaRPr lang="en-US" sz="1580" dirty="0"/>
          </a:p>
        </p:txBody>
      </p:sp>
      <p:sp>
        <p:nvSpPr>
          <p:cNvPr id="19" name="矢印: スマホ→クラウド"/>
          <p:cNvSpPr/>
          <p:nvPr/>
        </p:nvSpPr>
        <p:spPr>
          <a:xfrm>
            <a:off x="2533650" y="4743450"/>
            <a:ext cx="999490" cy="237490"/>
          </a:xfrm>
          <a:prstGeom prst="rightArrow">
            <a:avLst/>
          </a:prstGeom>
          <a:solidFill>
            <a:srgbClr val="0F9ED5"/>
          </a:solidFill>
          <a:ln/>
        </p:spPr>
      </p:sp>
      <p:sp>
        <p:nvSpPr>
          <p:cNvPr id="20" name="矢印: クラウド→スマホ"/>
          <p:cNvSpPr/>
          <p:nvPr/>
        </p:nvSpPr>
        <p:spPr>
          <a:xfrm>
            <a:off x="2504440" y="4991100"/>
            <a:ext cx="1000760" cy="238760"/>
          </a:xfrm>
          <a:prstGeom prst="leftArrow">
            <a:avLst/>
          </a:prstGeom>
          <a:solidFill>
            <a:srgbClr val="0F9ED5"/>
          </a:solidFill>
          <a:ln/>
        </p:spPr>
      </p:sp>
      <p:sp>
        <p:nvSpPr>
          <p:cNvPr id="21" name="撃破データ"/>
          <p:cNvSpPr txBox="1"/>
          <p:nvPr/>
        </p:nvSpPr>
        <p:spPr>
          <a:xfrm>
            <a:off x="2286000" y="52324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000000"/>
                </a:solidFill>
              </a:rPr>
              <a:t>撃破データ</a:t>
            </a:r>
            <a:endParaRPr lang="en-US" sz="1580" dirty="0"/>
          </a:p>
        </p:txBody>
      </p:sp>
      <p:sp>
        <p:nvSpPr>
          <p:cNvPr id="22" name="クラウド"/>
          <p:cNvSpPr txBox="1"/>
          <p:nvPr/>
        </p:nvSpPr>
        <p:spPr>
          <a:xfrm>
            <a:off x="3810000" y="4368800"/>
            <a:ext cx="1333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7F7F7F"/>
                </a:solidFill>
              </a:rPr>
              <a:t>クラウド</a:t>
            </a:r>
            <a:endParaRPr lang="en-US" sz="1580" dirty="0"/>
          </a:p>
        </p:txBody>
      </p:sp>
      <p:pic>
        <p:nvPicPr>
          <p:cNvPr id="23" name="Cloudflare" descr="C:\Users\lastn\AppData\Local\Temp\claude\C--Users-lastn-Documents-Orca-apps-chameleon-night\7ccdac3e-cacf-4439-a9b4-aaf9a7a2ff7f\scratchpad\kp\ex\p8_1_x6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0" y="4696460"/>
            <a:ext cx="1172210" cy="542290"/>
          </a:xfrm>
          <a:prstGeom prst="rect">
            <a:avLst/>
          </a:prstGeom>
        </p:spPr>
      </p:pic>
      <p:sp>
        <p:nvSpPr>
          <p:cNvPr id="24" name="Cloudflareの名前"/>
          <p:cNvSpPr txBox="1"/>
          <p:nvPr/>
        </p:nvSpPr>
        <p:spPr>
          <a:xfrm>
            <a:off x="3683000" y="5219700"/>
            <a:ext cx="160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Cloudflare</a:t>
            </a:r>
            <a:endParaRPr lang="en-US" sz="1800" dirty="0"/>
          </a:p>
        </p:txBody>
      </p:sp>
      <p:sp>
        <p:nvSpPr>
          <p:cNvPr id="25" name="中継"/>
          <p:cNvSpPr txBox="1"/>
          <p:nvPr/>
        </p:nvSpPr>
        <p:spPr>
          <a:xfrm>
            <a:off x="3454400" y="54991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F7F7F"/>
                </a:solidFill>
              </a:rPr>
              <a:t>インターネットの中継</a:t>
            </a:r>
            <a:endParaRPr lang="en-US" sz="1430" dirty="0"/>
          </a:p>
        </p:txBody>
      </p:sp>
      <p:sp>
        <p:nvSpPr>
          <p:cNvPr id="26" name="データ"/>
          <p:cNvSpPr txBox="1"/>
          <p:nvPr/>
        </p:nvSpPr>
        <p:spPr>
          <a:xfrm>
            <a:off x="5308600" y="4572000"/>
            <a:ext cx="838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データ</a:t>
            </a:r>
            <a:endParaRPr lang="en-US" sz="1800" dirty="0"/>
          </a:p>
        </p:txBody>
      </p:sp>
      <p:sp>
        <p:nvSpPr>
          <p:cNvPr id="27" name="矢印: クラウド⇔PC"/>
          <p:cNvSpPr/>
          <p:nvPr/>
        </p:nvSpPr>
        <p:spPr>
          <a:xfrm>
            <a:off x="5247640" y="4895850"/>
            <a:ext cx="972820" cy="237490"/>
          </a:xfrm>
          <a:prstGeom prst="leftRightArrow">
            <a:avLst/>
          </a:prstGeom>
          <a:solidFill>
            <a:srgbClr val="0F9ED5"/>
          </a:solidFill>
          <a:ln/>
        </p:spPr>
      </p:sp>
      <p:sp>
        <p:nvSpPr>
          <p:cNvPr id="28" name="PCの枠"/>
          <p:cNvSpPr/>
          <p:nvPr/>
        </p:nvSpPr>
        <p:spPr>
          <a:xfrm>
            <a:off x="6367780" y="2052320"/>
            <a:ext cx="3314700" cy="3324860"/>
          </a:xfrm>
          <a:prstGeom prst="roundRect">
            <a:avLst>
              <a:gd name="adj" fmla="val 8276"/>
            </a:avLst>
          </a:prstGeom>
          <a:ln w="28575">
            <a:solidFill>
              <a:srgbClr val="000000"/>
            </a:solidFill>
            <a:prstDash val="solid"/>
          </a:ln>
        </p:spPr>
      </p:sp>
      <p:pic>
        <p:nvPicPr>
          <p:cNvPr id="29" name="Unity" descr="C:\Users\lastn\AppData\Local\Temp\claude\C--Users-lastn-Documents-Orca-apps-chameleon-night\7ccdac3e-cacf-4439-a9b4-aaf9a7a2ff7f\scratchpad\kp\ex\p8_3_x6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940" y="2943860"/>
            <a:ext cx="2324100" cy="817880"/>
          </a:xfrm>
          <a:prstGeom prst="rect">
            <a:avLst/>
          </a:prstGeom>
        </p:spPr>
      </p:pic>
      <p:sp>
        <p:nvSpPr>
          <p:cNvPr id="30" name="司令塔"/>
          <p:cNvSpPr txBox="1"/>
          <p:nvPr/>
        </p:nvSpPr>
        <p:spPr>
          <a:xfrm>
            <a:off x="7112000" y="3784600"/>
            <a:ext cx="187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7F7F7F"/>
                </a:solidFill>
              </a:rPr>
              <a:t>ゲームの司令塔</a:t>
            </a:r>
            <a:endParaRPr lang="en-US" sz="1580" dirty="0"/>
          </a:p>
        </p:txBody>
      </p:sp>
      <p:sp>
        <p:nvSpPr>
          <p:cNvPr id="31" name="PCの下地"/>
          <p:cNvSpPr/>
          <p:nvPr/>
        </p:nvSpPr>
        <p:spPr>
          <a:xfrm>
            <a:off x="7429500" y="4895850"/>
            <a:ext cx="1229360" cy="666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2" name="ノートPC" descr="C:\Users\lastn\AppData\Local\Temp\claude\C--Users-lastn-Documents-Orca-apps-chameleon-night\7ccdac3e-cacf-4439-a9b4-aaf9a7a2ff7f\scratchpad\kp\ex\p8_7_x7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2350" y="5001260"/>
            <a:ext cx="1342390" cy="751840"/>
          </a:xfrm>
          <a:prstGeom prst="rect">
            <a:avLst/>
          </a:prstGeom>
        </p:spPr>
      </p:pic>
      <p:sp>
        <p:nvSpPr>
          <p:cNvPr id="33" name="PC"/>
          <p:cNvSpPr txBox="1"/>
          <p:nvPr/>
        </p:nvSpPr>
        <p:spPr>
          <a:xfrm>
            <a:off x="7620000" y="5778500"/>
            <a:ext cx="86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30" b="1" dirty="0">
                <a:solidFill>
                  <a:srgbClr val="000000"/>
                </a:solidFill>
              </a:rPr>
              <a:t>PC</a:t>
            </a:r>
            <a:endParaRPr lang="en-US" sz="2030" dirty="0"/>
          </a:p>
        </p:txBody>
      </p:sp>
      <p:sp>
        <p:nvSpPr>
          <p:cNvPr id="34" name="矢印: PC→画面"/>
          <p:cNvSpPr/>
          <p:nvPr/>
        </p:nvSpPr>
        <p:spPr>
          <a:xfrm>
            <a:off x="9781540" y="3467100"/>
            <a:ext cx="505460" cy="247650"/>
          </a:xfrm>
          <a:prstGeom prst="rightArrow">
            <a:avLst/>
          </a:prstGeom>
          <a:solidFill>
            <a:srgbClr val="0F9ED5"/>
          </a:solidFill>
          <a:ln/>
        </p:spPr>
      </p:sp>
      <p:pic>
        <p:nvPicPr>
          <p:cNvPr id="35" name="ゲーム画面" descr="C:\Users\lastn\AppData\Local\Temp\claude\C--Users-lastn-Documents-Orca-apps-chameleon-night\7ccdac3e-cacf-4439-a9b4-aaf9a7a2ff7f\scratchpad\kp\ex\p8_2_x6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3360" y="3162300"/>
            <a:ext cx="1143000" cy="952500"/>
          </a:xfrm>
          <a:prstGeom prst="rect">
            <a:avLst/>
          </a:prstGeom>
        </p:spPr>
      </p:pic>
      <p:sp>
        <p:nvSpPr>
          <p:cNvPr id="36" name="ゲーム画面の名前"/>
          <p:cNvSpPr txBox="1"/>
          <p:nvPr/>
        </p:nvSpPr>
        <p:spPr>
          <a:xfrm>
            <a:off x="10160000" y="4140200"/>
            <a:ext cx="157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ゲーム画面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meleon Survivor">
  <a:themeElements>
    <a:clrScheme name="Chameleon Survivor">
      <a:dk1>
        <a:srgbClr val="000000"/>
      </a:dk1>
      <a:lt1>
        <a:srgbClr val="FFFFFF"/>
      </a:lt1>
      <a:dk2>
        <a:srgbClr val="042433"/>
      </a:dk2>
      <a:lt2>
        <a:srgbClr val="F4F9F1"/>
      </a:lt2>
      <a:accent1>
        <a:srgbClr val="196B24"/>
      </a:accent1>
      <a:accent2>
        <a:srgbClr val="E97132"/>
      </a:accent2>
      <a:accent3>
        <a:srgbClr val="0F9ED5"/>
      </a:accent3>
      <a:accent4>
        <a:srgbClr val="FFFF00"/>
      </a:accent4>
      <a:accent5>
        <a:srgbClr val="2FE151"/>
      </a:accent5>
      <a:accent6>
        <a:srgbClr val="FF0000"/>
      </a:accent6>
      <a:hlink>
        <a:srgbClr val="0F9ED5"/>
      </a:hlink>
      <a:folHlink>
        <a:srgbClr val="7F7F7F"/>
      </a:folHlink>
    </a:clrScheme>
    <a:fontScheme name="Chameleon Survivor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カメレオンサバイバー</dc:title>
  <dc:subject>PptxGenJS Presentation</dc:subject>
  <dc:creator>PptxGenJS</dc:creator>
  <cp:lastModifiedBy>PptxGenJS</cp:lastModifiedBy>
  <cp:revision>1</cp:revision>
  <dcterms:created xsi:type="dcterms:W3CDTF">2026-10-30T02:17:31Z</dcterms:created>
  <dcterms:modified xsi:type="dcterms:W3CDTF">2026-10-30T02:17:31Z</dcterms:modified>
</cp:coreProperties>
</file>